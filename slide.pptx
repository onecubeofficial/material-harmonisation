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BFD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9/26/2026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9/26/2026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9/26/2026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SIH26099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Title-Student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- 176653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Access_Innovators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0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AI-DRIVEN STANDARDIZATION AND HARMONIZATION </a:t>
            </a:r>
            <a:br>
              <a:rPr lang="en-US" sz="20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0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OF MATERIAL CODES ACROSS CPSEs</a:t>
            </a:r>
            <a:endParaRPr lang="en-US" sz="3200" b="1" u="sng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1257300" lvl="2" indent="-342900" algn="just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4" y="255546"/>
            <a:ext cx="1440032" cy="95382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i="1" dirty="0"/>
              <a:t>Access_</a:t>
            </a:r>
          </a:p>
          <a:p>
            <a:pPr algn="ctr"/>
            <a:r>
              <a:rPr lang="en-US" sz="1400" b="1" i="1" dirty="0"/>
              <a:t>innovators</a:t>
            </a:r>
            <a:endParaRPr lang="en-IN" sz="1400" b="1" i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9774" y="1394161"/>
            <a:ext cx="11700162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AI-BASED STANDARDIZATION: 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Standardizes material codes across different CPSEs using AI.</a:t>
            </a:r>
          </a:p>
          <a:p>
            <a:pPr>
              <a:buFont typeface="Wingdings" pitchFamily="2" charset="2"/>
              <a:buChar char="Ø"/>
            </a:pPr>
            <a:endParaRPr lang="en-US" sz="19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DUPLICATE DETECTION: 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Identifies duplicate, similar, and inconsistent material codes automatically.</a:t>
            </a:r>
          </a:p>
          <a:p>
            <a:pPr>
              <a:buFont typeface="Wingdings" pitchFamily="2" charset="2"/>
              <a:buChar char="Ø"/>
            </a:pPr>
            <a:endParaRPr lang="en-US" sz="19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SMART MATERIAL MATCHING: 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Matches similar materials using, descriptions, and specifications.</a:t>
            </a:r>
          </a:p>
          <a:p>
            <a:pPr>
              <a:buFont typeface="Wingdings" pitchFamily="2" charset="2"/>
              <a:buChar char="Ø"/>
            </a:pPr>
            <a:endParaRPr lang="en-US" sz="19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CENTRALIZED DATABASE: 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Creates a unified material master database accessible across CPSEs.</a:t>
            </a:r>
          </a:p>
          <a:p>
            <a:pPr>
              <a:buFont typeface="Wingdings" pitchFamily="2" charset="2"/>
              <a:buChar char="Ø"/>
            </a:pPr>
            <a:endParaRPr lang="en-US" sz="19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IMPROVED EFFICIENCY: 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Enhances procurement, inventory, data accuracy, and cost efficiency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773" y="1558834"/>
            <a:ext cx="3136238" cy="50608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13806" y="1558834"/>
            <a:ext cx="3074125" cy="50608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PROPOSED SOLUTION</a:t>
            </a:r>
            <a:r>
              <a:rPr lang="en-US" b="1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5"/>
            <a:ext cx="1333432" cy="81159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b="1" i="1" dirty="0"/>
              <a:t>Access_</a:t>
            </a:r>
          </a:p>
          <a:p>
            <a:pPr algn="ctr"/>
            <a:r>
              <a:rPr lang="en-US" sz="1300" b="1" i="1" dirty="0"/>
              <a:t>innovators</a:t>
            </a:r>
            <a:endParaRPr lang="en-IN" sz="1300" b="1" i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3" name="Picture 12" descr="WhatsApp Image 2026-09-25 at 14.45.47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0741" y="363264"/>
            <a:ext cx="7802270" cy="5201513"/>
          </a:xfrm>
          <a:prstGeom prst="rect">
            <a:avLst/>
          </a:prstGeom>
        </p:spPr>
      </p:pic>
      <p:pic>
        <p:nvPicPr>
          <p:cNvPr id="15" name="Picture 14" descr="WhatsApp Image 2026-09-25 at 14.50.27.jpeg"/>
          <p:cNvPicPr>
            <a:picLocks noChangeAspect="1"/>
          </p:cNvPicPr>
          <p:nvPr/>
        </p:nvPicPr>
        <p:blipFill>
          <a:blip r:embed="rId5">
            <a:clrChange>
              <a:clrFrom>
                <a:srgbClr val="FBFDFC"/>
              </a:clrFrom>
              <a:clrTo>
                <a:srgbClr val="FBFDF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1258888"/>
            <a:ext cx="2599631" cy="4305890"/>
          </a:xfrm>
          <a:prstGeom prst="rect">
            <a:avLst/>
          </a:prstGeom>
        </p:spPr>
      </p:pic>
      <p:pic>
        <p:nvPicPr>
          <p:cNvPr id="17" name="Picture 16" descr="file_000000007da481fabcdd54120c2f429f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68446" y="1929449"/>
            <a:ext cx="2423553" cy="36353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i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4" y="139034"/>
            <a:ext cx="13810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b="1" i="1" dirty="0"/>
              <a:t>Access_</a:t>
            </a:r>
          </a:p>
          <a:p>
            <a:pPr algn="ctr"/>
            <a:r>
              <a:rPr lang="en-US" sz="1300" b="1" i="1" dirty="0"/>
              <a:t>innovators</a:t>
            </a:r>
            <a:endParaRPr lang="en-IN" sz="1300" b="1" i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8937" y="2272937"/>
            <a:ext cx="1039803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5" name="Picture 14" descr="file_000000003ad881faa22f53f5fa63c58c (2).png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38400" y="1059580"/>
            <a:ext cx="7724503" cy="5289372"/>
          </a:xfrm>
          <a:prstGeom prst="rect">
            <a:avLst/>
          </a:prstGeom>
        </p:spPr>
      </p:pic>
      <p:pic>
        <p:nvPicPr>
          <p:cNvPr id="16" name="Picture 15" descr="file_000000009c6081fda83e3e441fdf300a (1)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772" y="1059581"/>
            <a:ext cx="2150715" cy="528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i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0070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b="1" i="1" dirty="0"/>
              <a:t>Access_</a:t>
            </a:r>
          </a:p>
          <a:p>
            <a:pPr algn="ctr"/>
            <a:r>
              <a:rPr lang="en-US" sz="1300" b="1" i="1" dirty="0"/>
              <a:t>innovators</a:t>
            </a:r>
            <a:endParaRPr lang="en-IN" sz="1300" b="1" i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8" descr="WhatsApp Image 2026-09-25 at 15.29.15.jpeg"/>
          <p:cNvPicPr>
            <a:picLocks noChangeAspect="1"/>
          </p:cNvPicPr>
          <p:nvPr/>
        </p:nvPicPr>
        <p:blipFill>
          <a:blip r:embed="rId4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9532" y="1023056"/>
            <a:ext cx="9180536" cy="518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i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2204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b="1" i="1" dirty="0"/>
              <a:t>Access_</a:t>
            </a:r>
          </a:p>
          <a:p>
            <a:pPr algn="ctr"/>
            <a:r>
              <a:rPr lang="en-US" sz="1300" b="1" i="1" dirty="0"/>
              <a:t>innovators</a:t>
            </a:r>
            <a:endParaRPr lang="en-IN" sz="1300" b="1" i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F2B92F-E250-4E88-9742-8E1161F7AE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1599" y="1241660"/>
            <a:ext cx="10542839" cy="504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7649</TotalTime>
  <Words>315</Words>
  <Application>Microsoft Office PowerPoint</Application>
  <PresentationFormat>Widescreen</PresentationFormat>
  <Paragraphs>69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AI-DRIVEN STANDARDIZATION AND HARMONIZATION  OF MATERIAL CODES ACROSS CPSEs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DELL</cp:lastModifiedBy>
  <cp:revision>167</cp:revision>
  <dcterms:created xsi:type="dcterms:W3CDTF">2013-12-12T18:46:50Z</dcterms:created>
  <dcterms:modified xsi:type="dcterms:W3CDTF">2026-09-26T05:54:13Z</dcterms:modified>
</cp:coreProperties>
</file>